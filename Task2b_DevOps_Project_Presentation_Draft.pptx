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5087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Users Posts Browser DevOps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FDBFE"/>
                </a:solidFill>
                <a:latin typeface="Arial"/>
              </a:rPr>
              <a:t>CI/CD Pipeline, EC2 Deployment, CloudWatch Monitoring, and Alarming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069080"/>
            <a:ext cx="3657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06908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423367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4636008"/>
            <a:ext cx="33375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Lynn Liu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Task 2b Presentation Draft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069080"/>
            <a:ext cx="3840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406908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7" y="423367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Project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636008"/>
            <a:ext cx="35204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Automated validation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Containerized deployment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Operational visibility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40690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40690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3688" y="4233672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AWS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4636008"/>
            <a:ext cx="24231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CodePipeline, CodeBuild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EC2, ALB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CloudWatch, SNS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A full-stack application deployed and monitored with AWS DevOps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640080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The Users Posts Browser application displays user and post data through a React frontend and Spring Boot backend.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The backend stores and serves data through PostgreSQL, with Docker Compose used to run the full stack consistently.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The DevOps workflow validates code through CI, deploys the application on EC2, and monitors runtime health in CloudWatch.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3931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41732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581912"/>
            <a:ext cx="3611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1984248"/>
            <a:ext cx="3611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Frontend: React + Vite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Backend: Spring Boot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Database: PostgreSQL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Runtime: Docker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657600"/>
            <a:ext cx="3931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365760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3822191"/>
            <a:ext cx="3611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AWS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24528"/>
            <a:ext cx="3611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GitHub source integration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CodePipeline + CodeBuild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EC2 + Application Load Balancer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CloudWatch Dashboard, Alarm, SNS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Architecture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Containerized services behind an Application Load Balancer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1325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User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8839" y="2029968"/>
            <a:ext cx="32004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14600" y="18288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984248"/>
            <a:ext cx="1325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ALB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39" y="2029968"/>
            <a:ext cx="32004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84248"/>
            <a:ext cx="1325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EC2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2029968"/>
            <a:ext cx="32004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84248"/>
            <a:ext cx="1325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Frontend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35240" y="2029968"/>
            <a:ext cx="32004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984248"/>
            <a:ext cx="1325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Backend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64040" y="2029968"/>
            <a:ext cx="32004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984248"/>
            <a:ext cx="1325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46120"/>
            <a:ext cx="1051560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The ALB exposes the application over HTTP and forwards traffic to the EC2 target on port 3000.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The frontend container serves the React app through Nginx and proxies /api requests to the backend container.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The backend container handles business logic and reads/writes PostgreSQL data.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This separation makes failures easier to isolate and services easier to restart independently.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CI Pipeline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Automated validation for each change pushed 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GitHub main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1709928"/>
            <a:ext cx="256032" cy="25603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62072" y="150876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1" y="166420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CodePipeline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36592" y="1709928"/>
            <a:ext cx="256032" cy="25603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38344" y="150876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166420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CodeBuild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12864" y="1709928"/>
            <a:ext cx="256032" cy="25603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14616" y="150876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166420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Frontend tests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89136" y="1709928"/>
            <a:ext cx="256032" cy="25603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90888" y="150876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66420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rial"/>
              </a:rPr>
              <a:t>Backend package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92608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292608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0906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Frontend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49300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npm ci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npm test -- --run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Vitest catches failing UI/unit tests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9260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92608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7" y="309067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Backend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3493008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./mvnw -DskipTests package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Maven compiles and packages Spring Boot app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Build runs in a clean AWS environment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292608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2926080"/>
            <a:ext cx="73152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30906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CI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349300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Prevents broken changes from passing unnoticed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Provides repeatable build evidence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Prepares the project for later deployment stages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Failed Build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CI pipeline correctly detects a deliberately failing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583680" cy="434340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87851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B5563"/>
                </a:solidFill>
                <a:latin typeface="Arial"/>
              </a:rPr>
              <a:t>Insert Screenshot 1: CodePipeline Build Failed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840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58191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What happened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1984248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 temporary Vitest test was added: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expect(true).toBe(false)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CodeBuild ran the test suite and failed the Build stage.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337560"/>
            <a:ext cx="3840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333756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50215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904487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The CI pipeline acts as a quality gate.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Broken code is detected before deployment.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The failure is visible to the team in CodePipeline.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Successful Build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After fixing the test, the pipeline returns to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583680" cy="434340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87851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B5563"/>
                </a:solidFill>
                <a:latin typeface="Arial"/>
              </a:rPr>
              <a:t>Insert Screenshot 2: CodePipeline Succeeded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840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58191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Fix applied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1984248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The intentional failing test was removed.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Frontend tests passed again.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Backend package step completed successfully.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337560"/>
            <a:ext cx="3840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333756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50215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Evidence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904487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Demonstrates both failure detection and recovery.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Shows that the pipeline is functional end to end.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Confirms source code can build in AWS.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EC2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Application deployed on EC2 using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492240" cy="3108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rial"/>
              </a:defRPr>
            </a:pPr>
            <a:r>
              <a:t>A new EC2 instance was created to host the application runtime.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rial"/>
              </a:defRPr>
            </a:pPr>
            <a:r>
              <a:t>Docker Compose runs three services: frontend, backend, and PostgreSQL.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rial"/>
              </a:defRPr>
            </a:pPr>
            <a:r>
              <a:t>The frontend is exposed on EC2 port 3000, and the backend is available to Nginx through the Docker network.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rial"/>
              </a:defRPr>
            </a:pPr>
            <a:r>
              <a:t>An Application Load Balancer forwards public HTTP traffic to the EC2 target group.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25880"/>
            <a:ext cx="4114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32588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490472"/>
            <a:ext cx="3794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Runtime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1892807"/>
            <a:ext cx="3794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ALB DNS: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task3LoadBalancers-2052697730.ap-southeast-2.elb.amazonaws.com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Target group: HTTP 3000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Health check path: 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657600"/>
            <a:ext cx="4114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3657600"/>
            <a:ext cx="73152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3822191"/>
            <a:ext cx="3794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Operational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4224528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Containers can be restarted independently.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ALB health checks confirm target availability.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EC2 gives CloudWatch CPU metrics for Task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Monitoring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CloudWatch dashboard tracks infrastructure and application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836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42132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B5563"/>
                </a:solidFill>
                <a:latin typeface="Arial"/>
              </a:rPr>
              <a:t>Insert Screenshot 3: CloudWatch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25880"/>
            <a:ext cx="38404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32588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49047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CPUUtilization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1892807"/>
            <a:ext cx="3520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Metric source: EC2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Statistic: Average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Period: 1 minute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Shows resource pressure on the instance.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291840"/>
            <a:ext cx="38404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3291840"/>
            <a:ext cx="73152" cy="1783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45643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HTTPCode_Target_5XX_Count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858768"/>
            <a:ext cx="3520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Metric source: ApplicationELB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Statistic: Sum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Period: 1 minute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Shows server-side application errors returned by targets.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Alarm and SNS Notification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CloudWatch Alarm detects high CPU and notifies by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48640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42132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B5563"/>
                </a:solidFill>
                <a:latin typeface="Arial"/>
              </a:rPr>
              <a:t>Insert Screenshot 4: Alarm in ALARM state with OK -&gt; ALARM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25880"/>
            <a:ext cx="48463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130551"/>
            <a:ext cx="44805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B5563"/>
                </a:solidFill>
                <a:latin typeface="Arial"/>
              </a:rPr>
              <a:t>Insert SNS Email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657600"/>
            <a:ext cx="4846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365760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3822191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Alarm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4224528"/>
            <a:ext cx="4526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Alarm: HighCPU-users-posts-browser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Condition: CPUUtilization &gt; 50% for 1 minute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State transition: OK -&gt; ALARM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Notification: Amazon SNS email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Issues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Problems encountered during implementation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Pipeline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Maven initially looked for pom.xml in the repository root.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Commands action used an older Node.js runtime.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CodePipeline role needed CodeBuild permissions.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42900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593592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Deployment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95928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EC2 User Data failed due to curl vs curl-minimal package conflict.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Docker was not installed after User Data failed.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Containers exited and had to be restarted.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3258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32588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49047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Networking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1892807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ALB security group did not allow public HTTP 80.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Target group health checks failed while containers were stopped.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HTTP 5xx metrics appeared only after generating 5xx traffic.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4290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429000"/>
            <a:ext cx="73152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59359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Monitoring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995928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Metrics needed correct dimensions for task3LoadBalancers.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Dashboard required both EC2 and ApplicationELB metrics.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Alarm screenshot needed state history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Solutions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How the implementation was corrected and stabilized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7899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Updated the build process to use frontend/ and backend/ paths correctly.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Switched to an AWS CodeBuild project that reads buildspec.yml and uses Node.js 22 and Java 21.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Added IAM permissions for CodePipeline to start and inspect CodeBuild builds.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Installed Docker on EC2 without the conflicting curl package and restarted services with Docker Compose.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Configured ALB listener, target group, health check path, and security groups correctly.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Created CloudWatch dashboard and alarm evidence using generated CPU and 5xx spikes.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Monolith to Microservices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Containerized separation improves deployability and fault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663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2468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819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Before: monolithic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Frontend, backend, and data access are tightly coupled.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 single failure can affect the whole app.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Deployments are harder to validate and roll back.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Scaling individual parts is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2468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5819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After: service-based containers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84248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Frontend, backend, and PostgreSQL run separately.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Backend can be stopped/restarted independently.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Nginx proxies API traffic to the backend service.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The design can later migrate to ECS or separate managed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1024128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The migration supports clearer ownership, simpler testing, and better operational visibility.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It also makes the system easier to monitor because infrastructure and application metrics can be separated.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Benefits Realized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Value delivered by the DevOps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9047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92807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Automated CI validates every code change.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Failing tests are visible immediately.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Builds run in a clean AWS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49047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92807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Docker Compose makes deployment repeatable.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ALB provides a stable public endpoint.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Services can be restarted independently.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49047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54"/>
                </a:solidFill>
                <a:latin typeface="Arial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92807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CloudWatch dashboard provides runtime visibility.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Alarms detect high CPU and error conditions.</a:t>
            </a:r>
          </a:p>
          <a:p>
            <a:pPr>
              <a:spcAft>
                <a:spcPts val="5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SNS email reduces response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101498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  <a:latin typeface="Arial"/>
              </a:defRPr>
            </a:pPr>
            <a:r>
              <a:t>Overall, the project demonstrates a practical DevOps lifecycle: source control, automated validation, cloud deployment, monitoring, alarming, and evidence-based reporting.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554"/>
                </a:solidFill>
                <a:latin typeface="Arial"/>
              </a:rPr>
              <a:t>Final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rial"/>
              </a:rPr>
              <a:t>Completed DevOps workflow and evidence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023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rial"/>
              </a:defRPr>
            </a:pPr>
            <a:r>
              <a:t>CI pipeline was created and tested with both failed and successful build evidence.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rial"/>
              </a:defRPr>
            </a:pPr>
            <a:r>
              <a:t>The application was deployed to EC2 and exposed through an Application Load Balancer.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rial"/>
              </a:defRPr>
            </a:pPr>
            <a:r>
              <a:t>CloudWatch Dashboard was configured for CPUUtilization and HTTP 5xx errors.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rial"/>
              </a:defRPr>
            </a:pPr>
            <a:r>
              <a:t>CloudWatch Alarm and SNS email notification were configured for operational alerting.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rial"/>
              </a:defRPr>
            </a:pPr>
            <a:r>
              <a:t>The project shows how automated DevOps practices improve quality, repeatability, and production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5486400"/>
            <a:ext cx="8412480" cy="59436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614416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